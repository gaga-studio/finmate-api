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0:00–0:30
발표 메모:
이번 재개발은 기능을 넓히는 회의가 아닙니다. 추천 모험가에서 기록까지 하나의 행동 루프를 3~4주 안에 실제 계약과 테스트로 닫는 것이 목표입니다.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0:30–1:00
발표 메모:
MVP에서는 비교 탐색만 실제 동작합니다. 친구와 메이트 찾기는 탭 구조만 남기고 API와 데이터 작업으로 만들지 않습니다. 이 경계를 어기는 기능 추가는 일정 변경으로 취급합니다.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1:00–1:30
발표 메모:
추천 모험가 카드는 상대의 잔액을 복사하는 기능이 아닙니다. 공개에 동의하고 데이터 품질을 통과한 사용자의 루틴을 발견하게 하고, 코드가 내 기준선으로 후보를 계산한 뒤 사용자가 최종 확정합니다.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1:30–2:00
발표 메모:
이 여덟 단계가 화면, API, 데이터, 테스트의 공통 기준입니다. 화면을 더 만들기 전에 이 흐름에서 어떤 입력을 받고 어떤 상태를 바꾸는지 먼저 지정합니다.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2:00–2:30
발표 메모:
목표 생성 책임을 분리합니다. 검수된 템플릿이 허용 범위를 정하고, 코드가 기준값과 세 후보를 계산합니다. AI는 후보를 설명할 뿐이고, 사용자가 최종 확정합니다.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2:30–3:00
발표 메모:
네 동물은 한 사용자의 네 영역입니다. 퀘스트 완료는 XP와 기록을 만들지만 금융 스탯과 목표 진행률을 자동으로 올리지 않습니다. 실제 데이터가 확인된 뒤 각 계산이 따로 갱신됩니다.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3:00–3:25
발표 메모:
각 화면은 정상 화면만 그리지 않습니다. 로딩, 비어 있음, 오류, 오래된 데이터, 반영 대기, 동의 철회를 같은 화면 계약에 포함합니다.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3:25–3:55
발표 메모:
기본안은 React PWA, Spring Boot API, PostgreSQL, 합성 MyData 어댑터입니다. AI는 별도 경계에서 설명만 담당합니다. 스택은 ADR 검토 후 확정하지만 이 구조의 책임 분리는 유지합니다.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3:55–4:20
발표 메모:
OpenAPI가 프론트와 백엔드의 단일 계약입니다. 예시 JSON은 프론트 fixture가 되고, 같은 스키마로 백엔드 계약 테스트와 E2E를 검증합니다.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4:20–4:50
발표 메모:
이 규칙들은 소개 문구가 아니라 출시 차단 기준입니다. 정확 금액과 상품·종목은 익명 카드에 나오지 않고, 투자 행동에는 보상을 주지 않으며, 동의 철회와 데이터 최신성을 모든 경로에서 처리합니다.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4:50–5:20
발표 메모:
화면 캡처만으로 완료라고 하지 않습니다. 공식, 계약, 통합, E2E, UX를 층별로 검증하고 요구사항이 테스트까지 추적돼야 완료입니다.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5:20–5:50
발표 메모:
첫 주에 계약과 mock을 고정하고, 둘째 주에 핵심 루프, 셋째 주에 기록과 안전, 넷째 주에 검증과 시연을 진행합니다. 일정이 줄면 모든 것을 압축하지 않고 범위를 줄입니다.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5:50–6:10
발표 메모:
오늘의 목적은 역할을 나누는 것보다 같은 제품을 보는 것입니다. 이 여섯 기준과 착수 게이트가 승인되면 첫 주 개발을 시작합니다.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MATE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21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FinMate vNext · INTERNAL KICKOFF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25296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이번 재개발은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하나의 행동 루프만 완성합니다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49808" y="281635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모험가의 루틴을 내 목표로 바꾸고, 실제 금융행동이 레이드와 기록으로 이어지는 모바일 PWA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65392" y="658368"/>
            <a:ext cx="4956048" cy="5257800"/>
          </a:xfrm>
          <a:prstGeom prst="roundRect">
            <a:avLst>
              <a:gd name="adj" fmla="val 923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67728" y="1170432"/>
            <a:ext cx="171907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1179576"/>
            <a:ext cx="1719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모험가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0" y="1435608"/>
            <a:ext cx="228600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52560" y="1170432"/>
            <a:ext cx="171907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179576"/>
            <a:ext cx="1719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루틴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67728" y="2468880"/>
            <a:ext cx="171907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2478024"/>
            <a:ext cx="1719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확정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2734056"/>
            <a:ext cx="228600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2468880"/>
            <a:ext cx="171907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478024"/>
            <a:ext cx="1719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자동 레이드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67728" y="3767328"/>
            <a:ext cx="171907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3776472"/>
            <a:ext cx="1719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4032504"/>
            <a:ext cx="228600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3767328"/>
            <a:ext cx="1719072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3776472"/>
            <a:ext cx="1719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" y="431596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DCF5ED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325112"/>
            <a:ext cx="132588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3–4주 MVP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12848" y="4315968"/>
            <a:ext cx="868680" cy="384048"/>
          </a:xfrm>
          <a:prstGeom prst="roundRect">
            <a:avLst>
              <a:gd name="adj" fmla="val 9524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4325112"/>
            <a:ext cx="86868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PWA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4315968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4325112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합성 MyData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516636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오늘 목표: 제품·계약·데이터·완료 기준을 같은 언어로 잠근다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SCOPE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MVP는 비교 탐색 하나를 깊게 만들고 나머지는 경계만 남깁니다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931152" cy="4352544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47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MVP · 실제 동작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04872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온보딩·기준선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968496" y="2395728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8496" y="2404872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비교 탐색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914400" y="3090672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모험가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3968496" y="3090672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3099816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후보·확정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3785616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94760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자동 레이드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3968496" y="3785616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3794760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연결 퀘스트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89704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30일 기록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3968496" y="4480560"/>
            <a:ext cx="267004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4489704"/>
            <a:ext cx="267004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설명·fallback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845552" y="1600200"/>
            <a:ext cx="3703320" cy="435254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38160" y="18470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Phase 2 · IA만 유지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56448" y="2395728"/>
            <a:ext cx="2724912" cy="365760"/>
          </a:xfrm>
          <a:prstGeom prst="roundRect">
            <a:avLst>
              <a:gd name="adj" fmla="val 10000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6448" y="2404872"/>
            <a:ext cx="2724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친구·팔로잉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156448" y="2926080"/>
            <a:ext cx="2724912" cy="365760"/>
          </a:xfrm>
          <a:prstGeom prst="roundRect">
            <a:avLst>
              <a:gd name="adj" fmla="val 10000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2935224"/>
            <a:ext cx="2724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메이트 찾기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56448" y="3456432"/>
            <a:ext cx="2724912" cy="365760"/>
          </a:xfrm>
          <a:prstGeom prst="roundRect">
            <a:avLst>
              <a:gd name="adj" fmla="val 10000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3465576"/>
            <a:ext cx="2724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그룹 리포트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156448" y="3986784"/>
            <a:ext cx="2724912" cy="365760"/>
          </a:xfrm>
          <a:prstGeom prst="roundRect">
            <a:avLst>
              <a:gd name="adj" fmla="val 10000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3995928"/>
            <a:ext cx="2724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쿠폰·포인트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156448" y="4517136"/>
            <a:ext cx="2724912" cy="365760"/>
          </a:xfrm>
          <a:prstGeom prst="roundRect">
            <a:avLst>
              <a:gd name="adj" fmla="val 10000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4526280"/>
            <a:ext cx="2724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실제 MyData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8156448" y="5047488"/>
            <a:ext cx="2724912" cy="365760"/>
          </a:xfrm>
          <a:prstGeom prst="roundRect">
            <a:avLst>
              <a:gd name="adj" fmla="val 10000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56448" y="5056632"/>
            <a:ext cx="272491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운영 관리자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PRODUCT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모험가는 목표값이 아니라 검증된 루틴의 출처입니다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3657600" cy="4370832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8836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익명 모험가 카드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2432304"/>
            <a:ext cx="1152144" cy="1152144"/>
          </a:xfrm>
          <a:prstGeom prst="ellipse">
            <a:avLst/>
          </a:prstGeom>
          <a:solidFill>
            <a:srgbClr val="DCF5ED"/>
          </a:solidFill>
          <a:ln w="12700">
            <a:solidFill>
              <a:srgbClr val="009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157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13432" y="24688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사회초년생 · 월세 부담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먼저 저축 · 6개월 유지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2688" y="3913632"/>
            <a:ext cx="1261872" cy="384048"/>
          </a:xfrm>
          <a:prstGeom prst="roundRect">
            <a:avLst>
              <a:gd name="adj" fmla="val 9524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922776"/>
            <a:ext cx="126187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정확 금액 없음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3913632"/>
            <a:ext cx="1261872" cy="384048"/>
          </a:xfrm>
          <a:prstGeom prst="roundRect">
            <a:avLst>
              <a:gd name="adj" fmla="val 9524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922776"/>
            <a:ext cx="126187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비율 구간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2688" y="4535424"/>
            <a:ext cx="1261872" cy="384048"/>
          </a:xfrm>
          <a:prstGeom prst="roundRect">
            <a:avLst>
              <a:gd name="adj" fmla="val 9524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44568"/>
            <a:ext cx="126187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4535424"/>
            <a:ext cx="1261872" cy="384048"/>
          </a:xfrm>
          <a:prstGeom prst="roundRect">
            <a:avLst>
              <a:gd name="adj" fmla="val 9524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4544568"/>
            <a:ext cx="126187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공개 동의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0016" y="1993392"/>
            <a:ext cx="2048256" cy="3236976"/>
          </a:xfrm>
          <a:prstGeom prst="roundRect">
            <a:avLst>
              <a:gd name="adj" fmla="val 2232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9824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4928616" y="313639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발견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56048" y="373075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루틴·유지기간을 본다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48856" y="3593592"/>
            <a:ext cx="420624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51776" y="1993392"/>
            <a:ext cx="2048256" cy="3236976"/>
          </a:xfrm>
          <a:prstGeom prst="roundRect">
            <a:avLst>
              <a:gd name="adj" fmla="val 2232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01584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580376" y="313639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가공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07808" y="373075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내 기준선으로 3개 후보 계산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0616" y="3593592"/>
            <a:ext cx="420624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03536" y="1993392"/>
            <a:ext cx="2048256" cy="3236976"/>
          </a:xfrm>
          <a:prstGeom prst="roundRect">
            <a:avLst>
              <a:gd name="adj" fmla="val 2232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753344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232136" y="313639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확정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259568" y="373075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사용자가 난이도를 선택한다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FLOW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하나의 대표 흐름이 모든 화면·API·테스트의 기준입니다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21792" y="1719072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883664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8653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기준선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온보딩·동기화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474720" y="1719072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1883664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33088" y="18653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비교 탐색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카드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327648" y="1719072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883664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6016" y="18653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루틴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0528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성장 방식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180576" y="1719072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45168" y="1883664"/>
            <a:ext cx="384048" cy="347472"/>
          </a:xfrm>
          <a:prstGeom prst="rect">
            <a:avLst/>
          </a:prstGeom>
          <a:solidFill>
            <a:srgbClr val="009B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38944" y="18653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63456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3후보·확정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1792" y="3566160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" y="3730752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7124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레이드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현재·최고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3474720" y="3566160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39312" y="3730752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33088" y="37124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0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행동 검증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327648" y="3566160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3730752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86016" y="37124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반영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sync 상태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9180576" y="3566160"/>
            <a:ext cx="2487168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45168" y="3730752"/>
            <a:ext cx="384048" cy="347472"/>
          </a:xfrm>
          <a:prstGeom prst="rect">
            <a:avLst/>
          </a:prstGeom>
          <a:solidFill>
            <a:srgbClr val="3348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38944" y="37124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기록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363456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일일·목표 이력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621792" y="5486400"/>
            <a:ext cx="11009376" cy="438912"/>
          </a:xfrm>
          <a:prstGeom prst="roundRect">
            <a:avLst>
              <a:gd name="adj" fmla="val 10417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4400" y="5596128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화면이 추가되면 이 흐름에서 입력·출력·예외 위치를 먼저 지정합니다.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GOAL ENGINE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목표의 값과 기간은 AI가 아니라 템플릿·코드·사용자가 결정합니다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2468880" cy="2057400"/>
          </a:xfrm>
          <a:prstGeom prst="roundRect">
            <a:avLst>
              <a:gd name="adj" fmla="val 2222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0299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기획·개발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허용 지표·범위·기간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 데이터·연결 퀘스트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182112" y="2788920"/>
            <a:ext cx="21945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773936"/>
            <a:ext cx="2468880" cy="2057400"/>
          </a:xfrm>
          <a:prstGeom prst="roundRect">
            <a:avLst>
              <a:gd name="adj" fmla="val 2222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5888" y="20299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코드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기준값 계산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가볍게·표준·도전 후보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998464" y="2788920"/>
            <a:ext cx="21945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91072" y="1773936"/>
            <a:ext cx="2468880" cy="2057400"/>
          </a:xfrm>
          <a:prstGeom prst="roundRect">
            <a:avLst>
              <a:gd name="adj" fmla="val 2222"/>
            </a:avLst>
          </a:prstGeom>
          <a:solidFill>
            <a:srgbClr val="EFEC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0299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후보 적합도 순위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이유와 쉬운 설명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814816" y="2788920"/>
            <a:ext cx="21945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07424" y="1773936"/>
            <a:ext cx="2468880" cy="2057400"/>
          </a:xfrm>
          <a:prstGeom prst="roundRect">
            <a:avLst>
              <a:gd name="adj" fmla="val 2222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08592" y="20299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81744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후보 비교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최종 확정·중지·재개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69264" y="4315968"/>
            <a:ext cx="1022299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25296" y="4553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예시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93392" y="45079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저축률 8%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419856" y="4718304"/>
            <a:ext cx="530352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14800" y="4498848"/>
            <a:ext cx="1572768" cy="420624"/>
          </a:xfrm>
          <a:prstGeom prst="roundRect">
            <a:avLst>
              <a:gd name="adj" fmla="val 8696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4507992"/>
            <a:ext cx="15727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11% 가볍게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61888" y="4498848"/>
            <a:ext cx="1572768" cy="420624"/>
          </a:xfrm>
          <a:prstGeom prst="roundRect">
            <a:avLst>
              <a:gd name="adj" fmla="val 8696"/>
            </a:avLst>
          </a:prstGeom>
          <a:solidFill>
            <a:srgbClr val="DCF5ED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4507992"/>
            <a:ext cx="15727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14% 표준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08976" y="4498848"/>
            <a:ext cx="1572768" cy="420624"/>
          </a:xfrm>
          <a:prstGeom prst="roundRect">
            <a:avLst>
              <a:gd name="adj" fmla="val 8696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4507992"/>
            <a:ext cx="15727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17% 도전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02368" y="451713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 확정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DOMAIN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코드가 금융을 계산하고 게임은 상태를 번역합니다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1865376"/>
            <a:ext cx="1024128" cy="1024128"/>
          </a:xfrm>
          <a:prstGeom prst="ellipse">
            <a:avLst/>
          </a:prstGeom>
          <a:solidFill>
            <a:srgbClr val="FDEBE8"/>
          </a:solidFill>
          <a:ln w="17780">
            <a:solidFill>
              <a:srgbClr val="E96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3911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999232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소비 방어력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1865376"/>
            <a:ext cx="1024128" cy="1024128"/>
          </a:xfrm>
          <a:prstGeom prst="ellipse">
            <a:avLst/>
          </a:prstGeom>
          <a:solidFill>
            <a:srgbClr val="E8F1FF"/>
          </a:solidFill>
          <a:ln w="17780">
            <a:solidFill>
              <a:srgbClr val="337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03911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물개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999232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저축 HP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865376"/>
            <a:ext cx="1024128" cy="1024128"/>
          </a:xfrm>
          <a:prstGeom prst="ellipse">
            <a:avLst/>
          </a:prstGeom>
          <a:solidFill>
            <a:srgbClr val="EFECFF"/>
          </a:solidFill>
          <a:ln w="17780">
            <a:solidFill>
              <a:srgbClr val="776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3911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토끼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9632" y="2999232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투자 판단력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61120" y="1865376"/>
            <a:ext cx="1024128" cy="1024128"/>
          </a:xfrm>
          <a:prstGeom prst="ellipse">
            <a:avLst/>
          </a:prstGeom>
          <a:solidFill>
            <a:srgbClr val="FFF5DC"/>
          </a:solidFill>
          <a:ln w="17780">
            <a:solidFill>
              <a:srgbClr val="E7A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03911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51392" y="2999232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 XP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" y="3730752"/>
            <a:ext cx="1080820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9264" y="404164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금융 스탯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457200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실제 데이터·검증된 점검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602736" y="404164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진행률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02736" y="457200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활성 목표 지표의 변화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236208" y="404164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 XP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457200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학습·기록·관리 행동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869680" y="404164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레이드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457200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진행률의 시각 상태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886200" y="5650992"/>
            <a:ext cx="4434840" cy="384048"/>
          </a:xfrm>
          <a:prstGeom prst="roundRect">
            <a:avLst>
              <a:gd name="adj" fmla="val 9524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5660136"/>
            <a:ext cx="443484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 완료 ≠ 금융 스탯 자동 상승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SCREEN CONTRACT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MVP 화면은 정상 상태보다 예외 상태를 먼저 함께 정의합니다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21792" y="1709928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8836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온보딩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493008" y="1709928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75888" y="18836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없는 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94176" y="22402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364224" y="1709928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18836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비교 탐색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22402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9235440" y="1709928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18320" y="18836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모험가 상세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436608" y="22402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21792" y="2916936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" y="30906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후보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34472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493008" y="2916936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75888" y="30906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자동 레이드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94176" y="34472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364224" y="2916936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47104" y="30906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65392" y="34472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9235440" y="2916936"/>
            <a:ext cx="252374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18320" y="30906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기록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36608" y="34472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목적 · 행동 · API · 인수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21792" y="4462272"/>
            <a:ext cx="11009376" cy="1234440"/>
          </a:xfrm>
          <a:prstGeom prst="roundRect">
            <a:avLst>
              <a:gd name="adj" fmla="val 3704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32688" y="485546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864608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Loading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2633472" y="485546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4864608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Empty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334256" y="485546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34256" y="4864608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Error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035040" y="485546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4864608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Stale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7735824" y="485546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35824" y="4864608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Pending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9436608" y="4855464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36608" y="4864608"/>
            <a:ext cx="141732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Consent revoked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프론트와 백엔드는 합성 MyData 어댑터와 OpenAPI를 사이에 두고 분리합니다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2057400" cy="2011680"/>
          </a:xfrm>
          <a:prstGeom prst="roundRect">
            <a:avLst>
              <a:gd name="adj" fmla="val 2273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494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PWA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871216"/>
            <a:ext cx="1618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React · TypeScript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모바일 UI · offline shell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779776" y="2907792"/>
            <a:ext cx="31089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82112" y="1920240"/>
            <a:ext cx="2057400" cy="2011680"/>
          </a:xfrm>
          <a:prstGeom prst="roundRect">
            <a:avLst>
              <a:gd name="adj" fmla="val 2273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22494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1568" y="2871216"/>
            <a:ext cx="1618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Spring Boot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인증 · 목표 · 레이드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303520" y="2907792"/>
            <a:ext cx="31089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05856" y="1920240"/>
            <a:ext cx="2057400" cy="2011680"/>
          </a:xfrm>
          <a:prstGeom prst="roundRect">
            <a:avLst>
              <a:gd name="adj" fmla="val 2273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88736" y="22494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25312" y="2871216"/>
            <a:ext cx="1618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PostgreSQL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스냅샷 · 이력 · 동의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827264" y="2907792"/>
            <a:ext cx="31089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1920240"/>
            <a:ext cx="2057400" cy="2011680"/>
          </a:xfrm>
          <a:prstGeom prst="roundRect">
            <a:avLst>
              <a:gd name="adj" fmla="val 2273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22494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ADAPTER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9056" y="2871216"/>
            <a:ext cx="1618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Synthetic MyData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동기화·품질 상태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3127248" y="4370832"/>
            <a:ext cx="59618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01568" y="45994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MINTY 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90872" y="460857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후보 ID 추천·설명만 수행 · 계산 결과를 변경하지 않음 · fallback 필수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API FIRST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OpenAPI 예시가 프론트 fixture와 백엔드 인수 기준을 동시에 만듭니다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28216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RecommendedAdventurerCard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6190488" y="1719072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1728216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GoalCandidate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86584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ActiveGoal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190488" y="2377440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386584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GoalProgressSnapshot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85800" y="3035808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8F1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44952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RaidView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190488" y="3035808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8F1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3044952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Quest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85800" y="3694176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8F1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03320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DailyRecord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90488" y="3694176"/>
            <a:ext cx="5138928" cy="438912"/>
          </a:xfrm>
          <a:prstGeom prst="roundRect">
            <a:avLst>
              <a:gd name="adj" fmla="val 8333"/>
            </a:avLst>
          </a:prstGeom>
          <a:solidFill>
            <a:srgbClr val="E8F1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3703320"/>
            <a:ext cx="51389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FinancialSnapshot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85800" y="4626864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4919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76272" y="5056632"/>
            <a:ext cx="603504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907792" y="4919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JSON examples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98848" y="5056632"/>
            <a:ext cx="603504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230368" y="491947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Mock PWA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65392" y="5056632"/>
            <a:ext cx="603504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296912" y="49194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Contract tests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87968" y="5056632"/>
            <a:ext cx="603504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656064" y="49194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E2E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SAFETY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개인정보와 게임화 가드레일은 부가 정책이 아니라 기능 요구사항입니다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3383280" cy="1325880"/>
          </a:xfrm>
          <a:prstGeom prst="roundRect">
            <a:avLst>
              <a:gd name="adj" fmla="val 3448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92024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익명 카드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43230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정확 금액·상품·종목 없음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25696" y="1719072"/>
            <a:ext cx="3383280" cy="1325880"/>
          </a:xfrm>
          <a:prstGeom prst="roundRect">
            <a:avLst>
              <a:gd name="adj" fmla="val 3448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192024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 통제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43230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공개 동의·철회·삭제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93024" y="1719072"/>
            <a:ext cx="3383280" cy="1325880"/>
          </a:xfrm>
          <a:prstGeom prst="roundRect">
            <a:avLst>
              <a:gd name="adj" fmla="val 3448"/>
            </a:avLst>
          </a:prstGeom>
          <a:solidFill>
            <a:srgbClr val="EFEC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92024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제한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43230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허용 후보 추천·설명만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58368" y="3383280"/>
            <a:ext cx="3383280" cy="1325880"/>
          </a:xfrm>
          <a:prstGeom prst="roundRect">
            <a:avLst>
              <a:gd name="adj" fmla="val 3448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58444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투자 보호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" y="409651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수익률·거래·입금 보상 없음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425696" y="3383280"/>
            <a:ext cx="3383280" cy="1325880"/>
          </a:xfrm>
          <a:prstGeom prst="roundRect">
            <a:avLst>
              <a:gd name="adj" fmla="val 3448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358444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실패 보호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45152" y="409651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손실·순위·보스 회복 없음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193024" y="3383280"/>
            <a:ext cx="3383280" cy="1325880"/>
          </a:xfrm>
          <a:prstGeom prst="roundRect">
            <a:avLst>
              <a:gd name="adj" fmla="val 3448"/>
            </a:avLst>
          </a:prstGeom>
          <a:solidFill>
            <a:srgbClr val="E9EFEC"/>
          </a:solidFill>
          <a:ln w="10160">
            <a:solidFill>
              <a:srgbClr val="33485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0" y="358444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85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데이터 투명성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409651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최신성·계산 버전 표시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70832" y="5285232"/>
            <a:ext cx="3438144" cy="457200"/>
          </a:xfrm>
          <a:prstGeom prst="roundRect">
            <a:avLst>
              <a:gd name="adj" fmla="val 8000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5294376"/>
            <a:ext cx="34381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위반 시 출시 차단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QUALITY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완료는 화면이 보이는 것이 아니라 계약과 핵심 E2E가 통과하는 것입니다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9808" y="1709928"/>
            <a:ext cx="742492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8196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Formula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810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정상·경계·분류 오류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6729984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9304" y="25328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2" y="25146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Contract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90672" y="2523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OpenAPI·JSON·오류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44752" y="3136392"/>
            <a:ext cx="6035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36776" y="324612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66544" y="322783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8144" y="32369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DB·adapter·sync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92224" y="3849624"/>
            <a:ext cx="5340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4248" y="39593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14016" y="39410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E2E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85616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카드→목표→기록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39696" y="4562856"/>
            <a:ext cx="464515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E96F63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31720" y="46725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61488" y="465429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33088" y="4663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접근성·오류 회복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47888" y="1709928"/>
            <a:ext cx="3310128" cy="4096512"/>
          </a:xfrm>
          <a:prstGeom prst="roundRect">
            <a:avLst>
              <a:gd name="adj" fmla="val 1381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40496" y="200253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Definition of Done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0496" y="261518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요구사항 추적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0496" y="30540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mock·server 동일 계약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40496" y="34930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골든 계산 통과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0496" y="39319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금지 필드 0건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40496" y="43708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모바일 접근성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0496" y="48097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회귀 테스트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DELIVERY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3~4주는 계약 → 핵심 루프 → 검증 순서로 씁니다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2468880" cy="3108960"/>
          </a:xfrm>
          <a:prstGeom prst="roundRect">
            <a:avLst>
              <a:gd name="adj" fmla="val 1852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29968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337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39112"/>
            <a:ext cx="8046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계약 고정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50976" y="3456432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ADR · ERD · OpenAPI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mock PWA · 기준선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65576" y="1737360"/>
            <a:ext cx="2468880" cy="3108960"/>
          </a:xfrm>
          <a:prstGeom prst="roundRect">
            <a:avLst>
              <a:gd name="adj" fmla="val 1852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2029968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039112"/>
            <a:ext cx="8046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21608" y="268833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핵심 루프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58184" y="3456432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카드 · 목표 확정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레이드 · 퀘스트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2468880" cy="3108960"/>
          </a:xfrm>
          <a:prstGeom prst="roundRect">
            <a:avLst>
              <a:gd name="adj" fmla="val 1852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2029968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7AD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039112"/>
            <a:ext cx="8046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28816" y="268833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기록·안전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65392" y="3456432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동기화 · 기록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fallback · 철회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79992" y="1737360"/>
            <a:ext cx="2468880" cy="3108960"/>
          </a:xfrm>
          <a:prstGeom prst="roundRect">
            <a:avLst>
              <a:gd name="adj" fmla="val 1852"/>
            </a:avLst>
          </a:prstGeom>
          <a:solidFill>
            <a:srgbClr val="EFEC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36024" y="2029968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776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039112"/>
            <a:ext cx="8046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36024" y="268833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검증·발표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72600" y="3456432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E2E · 접근성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사용성 · 시연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5285232"/>
            <a:ext cx="7973568" cy="475488"/>
          </a:xfrm>
          <a:prstGeom prst="roundRect">
            <a:avLst>
              <a:gd name="adj" fmla="val 7692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5294376"/>
            <a:ext cx="797356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1–2주 일정이면 4주 범위를 압축하지 않고 기능을 더 줄입니다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82296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개발 시작 전에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같은 제품을 보고 있습니까?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04672" y="2423160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432304"/>
            <a:ext cx="157276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MVP 경계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70048" y="2423160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048" y="2432304"/>
            <a:ext cx="157276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계산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35424" y="2423160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2432304"/>
            <a:ext cx="157276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화면 상태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3136392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145536"/>
            <a:ext cx="157276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70048" y="3136392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3145536"/>
            <a:ext cx="157276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개인정보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35424" y="3136392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3145536"/>
            <a:ext cx="1572768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완료 기준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713232"/>
            <a:ext cx="4736592" cy="5358384"/>
          </a:xfrm>
          <a:prstGeom prst="roundRect">
            <a:avLst>
              <a:gd name="adj" fmla="val 965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106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착수 게이트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19019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핵심 흐름 추적 가능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24323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mock으로 프론트 구현 가능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4032" y="29626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계산·상태 예외 확정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4032" y="3493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OpenAPI 예시 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4032" y="40233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골든 테스트 정의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4032" y="45537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미결정 항목에 기한 부여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14032" y="5358384"/>
            <a:ext cx="35661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5367528"/>
            <a:ext cx="3566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Git 원본 · Notion 포털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5961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FinMate vNext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가가제작소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FinMate vNext 내부 킥오프</dc:title>
  <dc:subject>FinMate vNext 전면 재개발 착수 기준</dc:subject>
  <dc:creator>FinMate · 가가제작소</dc:creator>
  <cp:lastModifiedBy>FinMate · 가가제작소</cp:lastModifiedBy>
  <cp:revision>1</cp:revision>
  <dcterms:created xsi:type="dcterms:W3CDTF">2026-07-12T08:24:11Z</dcterms:created>
  <dcterms:modified xsi:type="dcterms:W3CDTF">2026-07-12T08:24:11Z</dcterms:modified>
</cp:coreProperties>
</file>